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E6FB4D-85C6-436A-A2F9-48B009D128EA}" v="3" dt="2026-04-13T10:30:10.2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Lopez Moreno Flores" userId="705e9a25-d59c-4d4d-a3af-d9c737214aed" providerId="ADAL" clId="{14E1D51E-17C6-4C2A-BF28-9A7CDE6DEC94}"/>
    <pc:docChg chg="custSel addSld modSld">
      <pc:chgData name="Isaac Lopez Moreno Flores" userId="705e9a25-d59c-4d4d-a3af-d9c737214aed" providerId="ADAL" clId="{14E1D51E-17C6-4C2A-BF28-9A7CDE6DEC94}" dt="2026-04-13T10:30:14.972" v="5" actId="20577"/>
      <pc:docMkLst>
        <pc:docMk/>
      </pc:docMkLst>
      <pc:sldChg chg="addSp delSp new mod modNotesTx">
        <pc:chgData name="Isaac Lopez Moreno Flores" userId="705e9a25-d59c-4d4d-a3af-d9c737214aed" providerId="ADAL" clId="{14E1D51E-17C6-4C2A-BF28-9A7CDE6DEC94}" dt="2026-04-13T10:30:14.972" v="5" actId="20577"/>
        <pc:sldMkLst>
          <pc:docMk/>
          <pc:sldMk cId="3446684446" sldId="258"/>
        </pc:sldMkLst>
        <pc:spChg chg="del">
          <ac:chgData name="Isaac Lopez Moreno Flores" userId="705e9a25-d59c-4d4d-a3af-d9c737214aed" providerId="ADAL" clId="{14E1D51E-17C6-4C2A-BF28-9A7CDE6DEC94}" dt="2026-04-13T10:29:53.099" v="2" actId="478"/>
          <ac:spMkLst>
            <pc:docMk/>
            <pc:sldMk cId="3446684446" sldId="258"/>
            <ac:spMk id="2" creationId="{1E59D2D9-AC3B-A049-268C-CD5AC5EEADAD}"/>
          </ac:spMkLst>
        </pc:spChg>
        <pc:spChg chg="del">
          <ac:chgData name="Isaac Lopez Moreno Flores" userId="705e9a25-d59c-4d4d-a3af-d9c737214aed" providerId="ADAL" clId="{14E1D51E-17C6-4C2A-BF28-9A7CDE6DEC94}" dt="2026-04-13T10:29:50.817" v="1" actId="478"/>
          <ac:spMkLst>
            <pc:docMk/>
            <pc:sldMk cId="3446684446" sldId="258"/>
            <ac:spMk id="3" creationId="{F37C13D9-5E28-886C-9B9F-1F2DFFE2175F}"/>
          </ac:spMkLst>
        </pc:spChg>
        <pc:picChg chg="add">
          <ac:chgData name="Isaac Lopez Moreno Flores" userId="705e9a25-d59c-4d4d-a3af-d9c737214aed" providerId="ADAL" clId="{14E1D51E-17C6-4C2A-BF28-9A7CDE6DEC94}" dt="2026-04-13T10:29:53.417" v="3"/>
          <ac:picMkLst>
            <pc:docMk/>
            <pc:sldMk cId="3446684446" sldId="258"/>
            <ac:picMk id="1026" creationId="{CBF0F7B4-2F62-3C15-EBBA-E819644097D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C0807-6A93-49CC-824B-E90B88043D54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B5CC-4B2B-4B01-8BF5-7F1507A7A3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87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https://voxdev.org/voxdevlit/industrial-development/structural-transformation-key-facts-and-canonical-theories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B5CC-4B2B-4B01-8BF5-7F1507A7A32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1189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2C2C-08FD-2066-A25E-42B214630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5DCF0-F25E-6491-2170-6A2FEF72D9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DFC4A-A87D-7440-CBAC-258808C4D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C6559-4150-1FF5-3CEE-4A217FFC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A7922-6314-F2AF-A0CE-3B03397D9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33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0E801-C2DC-54BC-0A59-2EAE0AF7E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AF7ED-6A99-3147-D2BB-44EF94540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E981C-4422-14D4-9AE2-24707856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840DB-F87A-4666-F34B-8CC00500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85949-6F7F-89C9-EF71-57765A45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82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950CB-D9D2-3778-C56B-B2D877E8C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2E637A-583B-0D49-F45C-80665D8E1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5E63B-43FC-BFFF-830C-FA4D7AB4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A337B-6862-B702-065E-E68AD8AF7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27BBA-8DD7-B480-3D34-A2BE7DC3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26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18645-E1AE-63A7-398C-C3784D05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9B9B-CD0D-8B68-1D5C-50366484B9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05FC3-F3FB-0A2B-BD38-30F250A12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8772-C1A8-F719-CAB9-531532A4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7AF73-1961-B33A-7F16-0A1B3A23B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F10D6-A612-F282-7066-66BB6B2E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10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D4334-9B5E-11C4-E0CE-3AB6EDD26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A5BAE-EE6A-C5A9-8521-AD1EB3991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B20C1-B399-F8FD-0B59-C1E9947614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A7E0CB-205B-8181-5DBA-D93955635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52B22A-CACD-B18B-585A-020D822A7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17716-B1F7-B27A-F486-AA077A1F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BE54E2-C192-5A64-2503-23259EEDD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8F8457-F5D5-F072-C31F-CE9503E0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017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A9FC-E213-7C70-09DA-67AF3687F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382586-797E-59B5-C590-084A08CA0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56C420-C16F-F2F2-7A57-3D558A598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802163-9020-A0BE-7BAA-DE46D607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86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563944-B54D-D320-C6A9-D2949A7E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95B1E-CC15-289D-7CBE-195749595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1DC04-AC89-3F0F-C418-6C443E0A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252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856C-9DA3-F900-44C6-8B10B91F6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416E-4F18-DE0E-6611-EC716E862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ACEFE-30CB-15F9-EC57-F532AB667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E19A6-1CE2-C68A-F2E5-811E079E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1578F-3B48-8293-7CCC-8C6CEEBD1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1471C-7281-AD00-A2F7-6B08D302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662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0AA1-C295-38AD-9D8B-D4DE75F3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98818F-BD1D-BA0C-656D-D358B690C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05F78-C6EF-E2B9-6357-16E87A16E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9EB30-2565-3C0E-A447-032AE352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D175CD-B405-2882-1BE1-1239FE784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2289C-A494-A6FA-0745-8211C58D5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52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FB6E2-0347-0171-B11D-9304648B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04A4C-FFE4-D02F-7FEB-01550FA5EC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5754A-606C-EDAF-6940-EA7E683C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4D036-3B9E-DAD1-F524-4C134788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C7502-1063-F12D-42CC-8FB284FC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37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C640-4B7E-03BF-6135-33E091F89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5B38C7-A8E3-40FA-B028-724B9A8EA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05B5D-4CE3-66E0-C0DA-74F5761B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AB7C2-3216-9F08-07E1-CE4C1A4C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A462-A84D-C8DD-A920-3FFBD1AD3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81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CDE5C-F131-B707-B0ED-DC8EF2157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DD79DF-1D74-FDC7-FF62-2DE3E83B8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12A9-65EC-604B-DE4D-9DA5091EE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DC5E3E-5099-4BA3-A69D-885254D4D0CD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0E8EE-045A-4C3B-4995-F66E97933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E314A-22C9-57D4-4833-0EC4236A3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A6F7C-0E21-4862-BFD5-814528FA52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432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2D3FC-4F4F-FE54-218B-6F749EE721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Building Blocks</a:t>
            </a:r>
            <a:br>
              <a:rPr lang="en-GB" dirty="0"/>
            </a:br>
            <a:r>
              <a:rPr lang="en-GB" dirty="0"/>
              <a:t>Industrialization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682E15-D53D-413C-6F17-D76ED3AD3C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7618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o alternative text description for this image">
            <a:extLst>
              <a:ext uri="{FF2B5EF4-FFF2-40B4-BE49-F238E27FC236}">
                <a16:creationId xmlns:a16="http://schemas.microsoft.com/office/drawing/2014/main" id="{CF0C59D8-831A-DBB5-25D3-1737ABE41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339" y="68240"/>
            <a:ext cx="6645322" cy="6645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825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dustrial employment peaks and corresponding income per capita, with peak dates in parentheses.">
            <a:extLst>
              <a:ext uri="{FF2B5EF4-FFF2-40B4-BE49-F238E27FC236}">
                <a16:creationId xmlns:a16="http://schemas.microsoft.com/office/drawing/2014/main" id="{CBF0F7B4-2F62-3C15-EBBA-E81964409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8463" y="676275"/>
            <a:ext cx="6315075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6684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</Words>
  <Application>Microsoft Office PowerPoint</Application>
  <PresentationFormat>Widescreen</PresentationFormat>
  <Paragraphs>3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Building Blocks Industrialization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Lopez Moreno Flores</dc:creator>
  <cp:lastModifiedBy>Isaac Lopez Moreno Flores</cp:lastModifiedBy>
  <cp:revision>1</cp:revision>
  <dcterms:created xsi:type="dcterms:W3CDTF">2026-04-13T10:04:04Z</dcterms:created>
  <dcterms:modified xsi:type="dcterms:W3CDTF">2026-04-13T10:31:10Z</dcterms:modified>
</cp:coreProperties>
</file>