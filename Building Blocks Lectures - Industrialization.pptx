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2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E2C2C-08FD-2066-A25E-42B214630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45DCF0-F25E-6491-2170-6A2FEF72D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DFC4A-A87D-7440-CBAC-258808C4D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C6559-4150-1FF5-3CEE-4A217FFC0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A7922-6314-F2AF-A0CE-3B03397D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336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0E801-C2DC-54BC-0A59-2EAE0AF7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AF7ED-6A99-3147-D2BB-44EF94540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E981C-4422-14D4-9AE2-247078568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9840DB-F87A-4666-F34B-8CC00500C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85949-6F7F-89C9-EF71-57765A459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6820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950CB-D9D2-3778-C56B-B2D877E8C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2E637A-583B-0D49-F45C-80665D8E12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5E63B-43FC-BFFF-830C-FA4D7AB4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A337B-6862-B702-065E-E68AD8AF7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27BBA-8DD7-B480-3D34-A2BE7DC32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326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18645-E1AE-63A7-398C-C3784D05F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B9B-CD0D-8B68-1D5C-50366484B9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905FC3-F3FB-0A2B-BD38-30F250A125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8772-C1A8-F719-CAB9-531532A40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7AF73-1961-B33A-7F16-0A1B3A23B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EF10D6-A612-F282-7066-66BB6B2E7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10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D4334-9B5E-11C4-E0CE-3AB6EDD26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A5BAE-EE6A-C5A9-8521-AD1EB3991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6B20C1-B399-F8FD-0B59-C1E994761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A7E0CB-205B-8181-5DBA-D93955635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52B22A-CACD-B18B-585A-020D822A7A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017716-B1F7-B27A-F486-AA077A1F9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BE54E2-C192-5A64-2503-23259EED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8F8457-F5D5-F072-C31F-CE9503E0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0177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BA9FC-E213-7C70-09DA-67AF3687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382586-797E-59B5-C590-084A08CA0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56C420-C16F-F2F2-7A57-3D558A59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802163-9020-A0BE-7BAA-DE46D607F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868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563944-B54D-D320-C6A9-D2949A7E8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95B1E-CC15-289D-7CBE-195749595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1DC04-AC89-3F0F-C418-6C443E0A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4252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9856C-9DA3-F900-44C6-8B10B91F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416E-4F18-DE0E-6611-EC716E862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DACEFE-30CB-15F9-EC57-F532AB667E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E19A6-1CE2-C68A-F2E5-811E079E1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1578F-3B48-8293-7CCC-8C6CEEBD1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61471C-7281-AD00-A2F7-6B08D3025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6622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0AA1-C295-38AD-9D8B-D4DE75F36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98818F-BD1D-BA0C-656D-D358B690C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05F78-C6EF-E2B9-6357-16E87A16EA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F9EB30-2565-3C0E-A447-032AE3524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175CD-B405-2882-1BE1-1239FE78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2289C-A494-A6FA-0745-8211C58D5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2526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FB6E2-0347-0171-B11D-9304648BF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04A4C-FFE4-D02F-7FEB-01550FA5EC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5754A-606C-EDAF-6940-EA7E683C0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4D036-3B9E-DAD1-F524-4C1347881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C7502-1063-F12D-42CC-8FB284FC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371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3C640-4B7E-03BF-6135-33E091F899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5B38C7-A8E3-40FA-B028-724B9A8EA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05B5D-4CE3-66E0-C0DA-74F5761BA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AB7C2-3216-9F08-07E1-CE4C1A4CF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9A462-A84D-C8DD-A920-3FFBD1AD3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810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CDE5C-F131-B707-B0ED-DC8EF2157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DD79DF-1D74-FDC7-FF62-2DE3E83B8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612A9-65EC-604B-DE4D-9DA5091EE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C5E3E-5099-4BA3-A69D-885254D4D0C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0E8EE-045A-4C3B-4995-F66E979338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E314A-22C9-57D4-4833-0EC4236A32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4A6F7C-0E21-4862-BFD5-814528FA52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432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2D3FC-4F4F-FE54-218B-6F749EE721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Building Blocks</a:t>
            </a:r>
            <a:br>
              <a:rPr lang="en-GB" dirty="0"/>
            </a:br>
            <a:r>
              <a:rPr lang="en-GB" dirty="0"/>
              <a:t>Industrialization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682E15-D53D-413C-6F17-D76ED3AD3C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618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o alternative text description for this image">
            <a:extLst>
              <a:ext uri="{FF2B5EF4-FFF2-40B4-BE49-F238E27FC236}">
                <a16:creationId xmlns:a16="http://schemas.microsoft.com/office/drawing/2014/main" id="{CF0C59D8-831A-DBB5-25D3-1737ABE41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3339" y="68240"/>
            <a:ext cx="6645322" cy="6645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3825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Building Blocks Industrialization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Lopez Moreno Flores</dc:creator>
  <cp:lastModifiedBy>Isaac Lopez Moreno Flores</cp:lastModifiedBy>
  <cp:revision>1</cp:revision>
  <dcterms:created xsi:type="dcterms:W3CDTF">2026-04-13T10:04:04Z</dcterms:created>
  <dcterms:modified xsi:type="dcterms:W3CDTF">2026-04-13T10:05:58Z</dcterms:modified>
</cp:coreProperties>
</file>