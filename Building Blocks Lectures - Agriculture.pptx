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74" y="96"/>
      </p:cViewPr>
      <p:guideLst/>
    </p:cSldViewPr>
  </p:slideViewPr>
  <p:notesTextViewPr>
    <p:cViewPr>
      <p:scale>
        <a:sx n="1" d="1"/>
        <a:sy n="1" d="1"/>
      </p:scale>
      <p:origin x="0" y="-6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2876E5-B7E8-46F2-85B6-A066948B5626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F16292-43E0-4B9F-9E4C-4015C14551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1462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https://voxdev.org/voxdevlit/industrial-development/structural-transformation-key-facts-and-canonical-theories </a:t>
            </a:r>
          </a:p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F16292-43E0-4B9F-9E4C-4015C14551DF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32315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14F82-7F03-E07D-6E59-73B7175E78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2D56B0-9902-EF66-2079-6144D48EEB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DF0B91-3F7A-0CE1-8E7F-65DA556CD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1248A-E61F-4B7E-A836-3079E5B8FDB5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F30FEC-9F5B-DE3E-D056-EE3C7CBB5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3270E-A9BC-9DBF-EF72-EB6D0563C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31190-A1AF-4738-8DEF-F9E82F07023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9628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56AEA-29C1-E15B-4AE3-8CCC7306C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B9FAF-61A2-57DD-9950-567F347559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F50B4-B07F-4FEE-A9DF-4EDE6184B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1248A-E61F-4B7E-A836-3079E5B8FDB5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EFBD1C-715F-E296-C189-5B2C6FEFB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320D3-FE1C-C40B-304B-9A1115E05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31190-A1AF-4738-8DEF-F9E82F07023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4705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8AB13-C438-9E7E-D25B-103215145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F5089D-3BED-C974-AEF3-295A6CC3F5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5BAC9-88F0-6D2C-8FE3-747D62FDB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1248A-E61F-4B7E-A836-3079E5B8FDB5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F15136-8557-6B25-C7C3-EE5588A47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9E2EF8-211E-8485-CC4D-644BAD3CE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31190-A1AF-4738-8DEF-F9E82F07023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7890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F22B3-2366-BA54-5FBE-AFB8536F8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DF012-9B81-29EF-881D-444FAAC563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901B71-6D1B-EDCD-7F01-95C34B1287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912AA5-E14E-4514-9F59-A8475975F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1248A-E61F-4B7E-A836-3079E5B8FDB5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9A8A02-ADC0-C365-7B2A-E0D5CA007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45A8B7-F4E8-540B-21BD-60258C1C8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31190-A1AF-4738-8DEF-F9E82F07023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265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9CAA8-26E7-855D-9D53-3AFACDCF3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E6FB78-A6F4-3393-F811-CE0111C1EF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6B4EAD-3B57-A4F3-5DC6-861CA80F74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31D5C-A3D1-5878-DD7A-026AF4FA59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042412-389C-11D1-305E-A6DDE21F09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F93B3F-CD60-BD77-EE59-B33F64645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1248A-E61F-4B7E-A836-3079E5B8FDB5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409D6B-8EBE-B4F0-07E0-5421FE4AF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D757BA-365F-411E-64CA-4FFD08E30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31190-A1AF-4738-8DEF-F9E82F07023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3943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DC156-82E7-5D76-6E73-510DE4CE5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8BCAD4-A1C2-174A-5095-59CAAB61A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1248A-E61F-4B7E-A836-3079E5B8FDB5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C37B5B-D57C-62A4-05C1-D8BF8B2B4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D2CF75-6E70-D98F-A449-EBDF90DA7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31190-A1AF-4738-8DEF-F9E82F07023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9661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FDBDAB-5714-22C6-EE9F-11784ED7F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1248A-E61F-4B7E-A836-3079E5B8FDB5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EF3A3F-5897-4C4E-755A-6683F81A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9357B5-9726-6FA3-E72E-E249004EB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31190-A1AF-4738-8DEF-F9E82F07023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4077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E2BA4-5A7A-C3E6-AB8D-78C2F8196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B8A7C-34E4-21DA-7AFA-B2E95973D2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677F71-DE6E-670C-DB1F-683B1A3687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D7C6F8-E3B6-7495-C119-E049FF208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1248A-E61F-4B7E-A836-3079E5B8FDB5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9555A-E24F-B384-4A89-1931E3E2D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49AC3D-8A63-7C81-9F37-84269A844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31190-A1AF-4738-8DEF-F9E82F07023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2143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93A1A-85AB-90CE-1B36-A40C56E85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F6A216-E71A-5A0D-8718-DE5631E6FB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A29823-B6FD-AE57-A160-149E2F3947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D3ECFF-8C63-BF23-054A-2DC2D9E0C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1248A-E61F-4B7E-A836-3079E5B8FDB5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B221AC-4AB5-9EAD-EA24-2C2DD3594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6EDC58-8050-00D4-B46D-C18B73789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31190-A1AF-4738-8DEF-F9E82F07023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2958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D4FAB-7B8F-EE3F-0D49-E0FB38994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E01A2F-4A9F-DD6A-347B-718A696798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6458A1-1FD9-BDF3-63DC-F1B2F58EF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1248A-E61F-4B7E-A836-3079E5B8FDB5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A9D9E6-E6C1-4A9D-E5C0-68F1D205F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D2872-E80A-AFBC-2B7C-5CDD738FC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31190-A1AF-4738-8DEF-F9E82F07023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2558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568196-894C-294F-D69B-6B77BB0918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469EFA-52A0-7415-7431-72086A1364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A67521-D4E5-2AB8-E581-B4F2C109D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1248A-E61F-4B7E-A836-3079E5B8FDB5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A1947-055B-D236-3850-DC0D11D47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91AE86-D575-F25B-13E5-C66C8D49D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31190-A1AF-4738-8DEF-F9E82F07023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547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DA1CE7-BA8E-6218-6140-61A829B26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91763E-7F7C-E6E7-A866-9799FF7A8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7F9298-2C6E-4295-DA28-191409ED51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A1248A-E61F-4B7E-A836-3079E5B8FDB5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BC0C5E-3A0D-276D-FCE3-C7DFD8E984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8F283A-3D4D-78EC-787B-77B7DD21D0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D31190-A1AF-4738-8DEF-F9E82F07023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9303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2FEF6-DDD7-05FA-1C31-A4A5D9DBE2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Building Blocks</a:t>
            </a:r>
            <a:br>
              <a:rPr lang="en-GB" dirty="0"/>
            </a:br>
            <a:r>
              <a:rPr lang="en-GB" dirty="0"/>
              <a:t>Agriculture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7A46B1-CC12-A95E-1DA2-AA366236F6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4124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mployment shares in agriculture in four countries across time and income.">
            <a:extLst>
              <a:ext uri="{FF2B5EF4-FFF2-40B4-BE49-F238E27FC236}">
                <a16:creationId xmlns:a16="http://schemas.microsoft.com/office/drawing/2014/main" id="{5B7B0B2F-C814-8E59-55F5-322A89027C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0" y="1381125"/>
            <a:ext cx="8572500" cy="4095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88452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Microsoft Office PowerPoint</Application>
  <PresentationFormat>Widescreen</PresentationFormat>
  <Paragraphs>3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Building Blocks Agriculture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Isaac Lopez Moreno Flores</dc:creator>
  <cp:lastModifiedBy>Isaac Lopez Moreno Flores</cp:lastModifiedBy>
  <cp:revision>1</cp:revision>
  <dcterms:created xsi:type="dcterms:W3CDTF">2026-04-13T10:30:43Z</dcterms:created>
  <dcterms:modified xsi:type="dcterms:W3CDTF">2026-04-13T10:31:23Z</dcterms:modified>
</cp:coreProperties>
</file>