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45C5BE-AD3A-4949-AE0D-C63629B9176E}" v="1" dt="2026-04-13T10:32:44.3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ac Lopez Moreno Flores" userId="705e9a25-d59c-4d4d-a3af-d9c737214aed" providerId="ADAL" clId="{14E1D51E-17C6-4C2A-BF28-9A7CDE6DEC94}"/>
    <pc:docChg chg="addSld modSld">
      <pc:chgData name="Isaac Lopez Moreno Flores" userId="705e9a25-d59c-4d4d-a3af-d9c737214aed" providerId="ADAL" clId="{14E1D51E-17C6-4C2A-BF28-9A7CDE6DEC94}" dt="2026-04-13T10:32:49.018" v="30" actId="20577"/>
      <pc:docMkLst>
        <pc:docMk/>
      </pc:docMkLst>
      <pc:sldChg chg="modSp mod">
        <pc:chgData name="Isaac Lopez Moreno Flores" userId="705e9a25-d59c-4d4d-a3af-d9c737214aed" providerId="ADAL" clId="{14E1D51E-17C6-4C2A-BF28-9A7CDE6DEC94}" dt="2026-04-13T10:32:49.018" v="30" actId="20577"/>
        <pc:sldMkLst>
          <pc:docMk/>
          <pc:sldMk cId="122479734" sldId="256"/>
        </pc:sldMkLst>
        <pc:spChg chg="mod">
          <ac:chgData name="Isaac Lopez Moreno Flores" userId="705e9a25-d59c-4d4d-a3af-d9c737214aed" providerId="ADAL" clId="{14E1D51E-17C6-4C2A-BF28-9A7CDE6DEC94}" dt="2026-04-13T10:32:49.018" v="30" actId="20577"/>
          <ac:spMkLst>
            <pc:docMk/>
            <pc:sldMk cId="122479734" sldId="256"/>
            <ac:spMk id="2" creationId="{3C27F18E-D7CD-8023-6598-9562FA5BB67D}"/>
          </ac:spMkLst>
        </pc:spChg>
      </pc:sldChg>
      <pc:sldChg chg="addSp modSp new mod">
        <pc:chgData name="Isaac Lopez Moreno Flores" userId="705e9a25-d59c-4d4d-a3af-d9c737214aed" providerId="ADAL" clId="{14E1D51E-17C6-4C2A-BF28-9A7CDE6DEC94}" dt="2026-04-13T10:32:24.649" v="2" actId="1076"/>
        <pc:sldMkLst>
          <pc:docMk/>
          <pc:sldMk cId="578961208" sldId="257"/>
        </pc:sldMkLst>
        <pc:picChg chg="add mod">
          <ac:chgData name="Isaac Lopez Moreno Flores" userId="705e9a25-d59c-4d4d-a3af-d9c737214aed" providerId="ADAL" clId="{14E1D51E-17C6-4C2A-BF28-9A7CDE6DEC94}" dt="2026-04-13T10:32:24.649" v="2" actId="1076"/>
          <ac:picMkLst>
            <pc:docMk/>
            <pc:sldMk cId="578961208" sldId="257"/>
            <ac:picMk id="5" creationId="{83F3D1DF-0755-6959-5AB6-38E04841E98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9C1DB-BFD9-4B6C-6241-0737A09F1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A3FB8-C094-D9D2-B824-7CEC04E352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22C2B-8C9F-2F7C-03AC-C3AE2DBBD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7A92-A664-4293-8D71-60019832277A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0C0D3-D086-66EF-8331-C3BACECED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7646C-65ED-46CE-F911-8F1724790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EE6C-5E79-44F2-AF32-DA096DB72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132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9B72A-B97F-9D54-7195-0BAB88E8C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2AC45-3A70-1E00-0EDA-FA6CA5680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361E5-B5D3-E9EC-DEA5-C59932E46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7A92-A664-4293-8D71-60019832277A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68631-AD92-2B93-E550-640BFDB55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D1BB1-334A-A5CE-F628-4EFFF0336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EE6C-5E79-44F2-AF32-DA096DB72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9298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FC251-A5B1-7463-208F-CAC7BB723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04195-52A6-CA35-FE65-5F86A346A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980A9-55D2-D041-9FE7-AC85BD433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7A92-A664-4293-8D71-60019832277A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01BF5-A6D9-3132-10D8-78FD88DD2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B565E-C047-C89E-7DDC-6F3AB06C3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EE6C-5E79-44F2-AF32-DA096DB72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571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C572D-5E36-7775-52E5-9EFCD8389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6681B-71BC-3B5F-EF1B-338FF37682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51E68-5643-ECCE-78C1-BB7C07ED3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6D5758-24D3-857E-5F14-F60C2476E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7A92-A664-4293-8D71-60019832277A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7170C-8A18-B731-E14E-54182FDCA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FBB76-3F01-79EB-EB68-C13385BD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EE6C-5E79-44F2-AF32-DA096DB72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6712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BEFD-E6A0-0278-9DD8-2A904033F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6A07B-11A2-64BE-E4A3-3145FF2E8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2093D3-E238-8E49-85BD-EEDA89B27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4175B5-775B-7D44-7389-9B13BA18C3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632F0F-5392-A2FA-8F5D-4F88B5789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EAE6DA-D3CF-19E0-C999-A8C0677CC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7A92-A664-4293-8D71-60019832277A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786679-93C3-B9A0-5C3B-50CDF3CBC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AB1B50-F370-DB58-8D9D-AA056804D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EE6C-5E79-44F2-AF32-DA096DB72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9666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DE96D-BE9C-36E0-A0DF-614C50209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CE0990-D7E2-4E7C-F930-71B274F1A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7A92-A664-4293-8D71-60019832277A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792965-8367-EBD8-4CE5-454357796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D1A99-643F-9B74-B2E9-996116A0C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EE6C-5E79-44F2-AF32-DA096DB72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265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591568-68C3-D69E-0C01-23401EF89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7A92-A664-4293-8D71-60019832277A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25BC30-4AA9-3FAB-DBCF-6E7DF8DDB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7E41-DE8D-D67D-AA87-E8065B7CF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EE6C-5E79-44F2-AF32-DA096DB72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7769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3F994-3FE3-DBE2-5587-09325ED55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3DB84-DD16-7223-CA2C-FE631D255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B31BC-90AA-F14F-F395-088ED76C8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2567E-DB93-CCA2-D6A0-E52B6FD2C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7A92-A664-4293-8D71-60019832277A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79135-1747-4A56-7216-543B516DF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316EFE-7FBE-BEF5-F4BC-C14C5F60B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EE6C-5E79-44F2-AF32-DA096DB72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771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4DCAA-28EF-524F-3AEF-5E580632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9B75D5-0F1C-5D29-E708-68C1479CF4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53014-DB75-3830-02D3-9266C6FDF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A9E42-DC9E-A8D4-F1E5-D619FFE0D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7A92-A664-4293-8D71-60019832277A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24D44-5BA5-4F8A-5270-0F03588E4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6D49C-63A8-071C-775A-1C55EFE20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EE6C-5E79-44F2-AF32-DA096DB72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368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68A3F-94D8-8A76-3FA6-259532AAB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7B11E-7736-9E38-E608-7D88062C5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51B40-FF70-4D1E-1D96-355603779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7A92-A664-4293-8D71-60019832277A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39064-8E60-3339-C590-6FD29A094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DC7EC-5813-B2A6-A433-793E6610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EE6C-5E79-44F2-AF32-DA096DB72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0200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1CEE9C-3F9A-E23E-C047-DFD6A43AA0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9A3521-5EFF-B65D-D734-B81881B68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296F0-5871-23F3-CBF1-E8E887E87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7A92-A664-4293-8D71-60019832277A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8B442-CC87-244F-5FE6-AB10A4FE3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B74D3-F13A-5FDA-DE2F-CD33659DF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EE6C-5E79-44F2-AF32-DA096DB72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6367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B2A104-9DB9-F7DF-6082-553029B6E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EAFFC-5DC5-02B9-33F0-1E69CCEE2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931B7-437E-9798-BF3F-080BE9CB98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C7A92-A664-4293-8D71-60019832277A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AC877-DD85-18B4-43F9-119B85FF2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4FA57-CB4C-C245-9D1A-D093591F0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74EE6C-5E79-44F2-AF32-DA096DB72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5665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7F18E-D7CD-8023-6598-9562FA5BB6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Building Blocks</a:t>
            </a:r>
            <a:br>
              <a:rPr lang="en-GB" dirty="0"/>
            </a:br>
            <a:r>
              <a:rPr lang="en-GB"/>
              <a:t>Structural Transformation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FF8094-3711-3299-218A-3BF8106CF9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479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3E2D1-6B23-9EE9-A87D-000F723DD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088BF-41D7-BC9E-23A4-15656E2C0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F3D1DF-0755-6959-5AB6-38E04841E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314" y="576617"/>
            <a:ext cx="7611537" cy="552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961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Building Blocks Structural Transformation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Lopez Moreno Flores</dc:creator>
  <cp:lastModifiedBy>Isaac Lopez Moreno Flores</cp:lastModifiedBy>
  <cp:revision>1</cp:revision>
  <dcterms:created xsi:type="dcterms:W3CDTF">2026-04-13T10:31:40Z</dcterms:created>
  <dcterms:modified xsi:type="dcterms:W3CDTF">2026-04-13T10:32:51Z</dcterms:modified>
</cp:coreProperties>
</file>